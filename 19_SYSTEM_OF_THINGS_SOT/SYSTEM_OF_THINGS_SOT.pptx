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SKYWATER_PDK | Category: SEMICONDUCTOR</a:t>
            </a:r>
          </a:p>
          <a:p>
            <a:r>
              <a:rPr sz="1400"/>
              <a:t>Upstream: https://github.com/google/skywater-pdk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SKYWATER_PDK.</a:t>
            </a:r>
          </a:p>
          <a:p>
            <a:r>
              <a:rPr sz="1400"/>
              <a:t>SkyWater open-source 130nm PDK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SKYWATER_PDK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